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164592" cy="4389120"/>
          </a:xfrm>
          <a:prstGeom prst="rect">
            <a:avLst/>
          </a:prstGeom>
          <a:solidFill>
            <a:srgbClr val="D66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Decouverte Angular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Support de presentation pour une equipe habituee a Angular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4389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Objectif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99232"/>
            <a:ext cx="406908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Comprendre les changements utiles au quotidien: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Standalone, nouveau controle de flux,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Signals, interop RxJS, Signal Store et Signal 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560320"/>
            <a:ext cx="4389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670048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999232"/>
            <a:ext cx="406908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Une presentation par chapitres.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Les exercices servent ensuite a pratiquer chaque sujet.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ATOS - Angular 21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Plan de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Le fil rouge des evolutions Angular recentes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Standalone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Nouveau controle de flux et @let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Signals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input() et output()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Interop RxJS / Signals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NgRx Signal Store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Signal Forms</a:t>
            </a:r>
          </a:p>
          <a:p>
            <a:pPr>
              <a:spcAft>
                <a:spcPts val="800"/>
              </a:spcAft>
              <a:defRPr sz="2000">
                <a:solidFill>
                  <a:srgbClr val="2F374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Chapitrage 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Le fil rouge des evolutions Angular recentes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4526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47672"/>
            <a:ext cx="420624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Modules de structuration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Templates parfois verbeux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Derivees recalculees a la main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Separation moins nette entre etat et effets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508760"/>
            <a:ext cx="4526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61848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Direction actuelle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947672"/>
            <a:ext cx="420624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Composants plus autonomes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Templates plus declaratifs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State local plus explicite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Interop officielle entre les modeles reactifs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F3741"/>
                </a:solidFill>
                <a:latin typeface="Aptos"/>
              </a:defRPr>
            </a:pPr>
            <a:r>
              <a:t>Angular ne dit pas que l ancien code est mauvais.</a:t>
            </a:r>
          </a:p>
          <a:p>
            <a:pPr>
              <a:spcAft>
                <a:spcPts val="800"/>
              </a:spcAft>
              <a:defRPr sz="1700">
                <a:solidFill>
                  <a:srgbClr val="2F3741"/>
                </a:solidFill>
                <a:latin typeface="Aptos"/>
              </a:defRPr>
            </a:pPr>
            <a:r>
              <a:t>Il pousse surtout un code plus local, plus lisible et plus simple a raisonner.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Fil directeur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1 - Standalone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Simplifier l architecture et localiser les dependances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063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Ce que ca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743200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On raisonne moins en NgModule et davantage en composants autonomes qui declarent eux-memes leurs dependances.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417320"/>
            <a:ext cx="2880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527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56232"/>
            <a:ext cx="2560320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On lit plus vite une feature.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Moins de boilerplate.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Le lazy loading devient plus direct.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527048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Utilite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56232"/>
            <a:ext cx="315467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Tres parlant avec PrimeNG: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le composant importe lui-meme Button, InputText, Select, etc.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80"/>
            <a:ext cx="329184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703320"/>
            <a:ext cx="303580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@NgModule({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declarations: [ProfileFormComponent],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imports: [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CommonModule,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FormsModule,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ButtonModule,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InputTextModule,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RouterModule.forChild(routes)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export class TeamFeatureModule 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35584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Maintenant avec PrimeNG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611880"/>
            <a:ext cx="342900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703320"/>
            <a:ext cx="317296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@Component({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standalone: true,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imports: [FormsModule, Button, InputText],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template: `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&lt;input pInputText [(ngModel)]="fullName" /&gt;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&lt;button pButton type="button" label="Enregistrer"&gt;&lt;/button&gt;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`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export class ProfileFormComponent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fullName = '';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35584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loadComponent / loadChildren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611880"/>
            <a:ext cx="260604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6" y="3703320"/>
            <a:ext cx="235000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  path: 'profile',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  loadComponent: () =&gt;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    import('./profile-form.component').then((m) =&gt; m.ProfileFormComponent)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  path: 'admin',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  loadChildren: () =&gt;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    import('./admin/admin.routes').then((m) =&gt; m.adminRoutes)</a:t>
            </a:r>
          </a:p>
          <a:p>
            <a:pPr>
              <a:spcAft>
                <a:spcPts val="0"/>
              </a:spcAft>
              <a:defRPr sz="10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Message cle: les dependances sont visibles la ou elles servent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2 - Nouveau controle de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Des templates plus lisibles avec @if, @for, @switch et @let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Ce que ca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788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Angular propose une syntaxe de template plus declarative pour les conditions, les listes et les valeurs intermediaires.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27048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56232"/>
            <a:ext cx="2423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Le template devient plus narratif.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Le track ressort mieux.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@let reduit les repetitions.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527048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Utilite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56232"/>
            <a:ext cx="315467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Tres utile des qu un template a plusieurs branches ou repete les memes expressions.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80"/>
            <a:ext cx="470916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703320"/>
            <a:ext cx="445312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&lt;section *ngIf="filteredMovies.length &gt; 0; else emptyState"&gt;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&lt;article *ngFor="let movie of filteredMovies; trackBy: trackByMovieId"&gt;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{{ movie.title }}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&lt;/article&gt;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&lt;/section&gt;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&lt;ng-template #emptyState&gt;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&lt;p&gt;Aucun film trouve.&lt;/p&gt;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&lt;/ng-template&gt;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35584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Maintenant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611880"/>
            <a:ext cx="484632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3703320"/>
            <a:ext cx="459028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@let visibleMovies = filteredMovies();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@if (visibleMovies.length &gt; 0)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@for (movie of visibleMovies; track movie.id)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&lt;article&gt;{{ movie.title }}&lt;/article&gt;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 @else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&lt;p&gt;Aucun film trouve.&lt;/p&gt;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Message cle: la nouvelle syntaxe raconte mieux l intention du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3 -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Repenser le state local avec signal(), computed() et effect()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108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Ce que ca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7889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On distingue beaucoup mieux la source de verite, la derivee et l effet de 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2880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27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56232"/>
            <a:ext cx="25603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Moins de derivees recalculees a la main.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Moins de risque de desynchronisation.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Plus de lisibilite.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41732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52704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Utilite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56232"/>
            <a:ext cx="30632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Filtres, compteurs, tri, derivees d affichage et petits view models locaux.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64408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40"/>
            <a:ext cx="470916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611880"/>
            <a:ext cx="445312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searchTerm = '';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selectedCategory = 'all';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filteredProducts: Product[] = [];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resultsCount = 0;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pageTitle = 'Catalogue';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refreshViewModel(): void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this.filteredProducts = this.products.filter(...);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this.resultsCount = this.filteredProducts.length;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this.pageTitle = `Catalogue (${this.resultsCount})`;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26440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Maintenant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520440"/>
            <a:ext cx="484632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3611880"/>
            <a:ext cx="459028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searchTerm = signal('');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selectedCategory = signal('all');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filteredProducts = computed(() =&gt; ...);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resultsCount = computed(() =&gt; this.filteredProducts().length);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pageTitle = computed(() =&gt; `Catalogue (${this.resultsCount()})`);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effect(() =&gt;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document.title = this.pageTitle();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A retenir: signal = source, computed = derivee, effect = effet de bord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3 - Definitions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Des exemples courts pour fixer les roles de chaque primitive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signal()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69164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317296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count = signal(0);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searchTerm = signal('');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this.count.set(1);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this.count.update((value) =&gt; value + 1);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813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computed()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169164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828800"/>
            <a:ext cx="317296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price = signal(100);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quantity = signal(2);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total = computed(() =&gt;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this.price() * this.quantity()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4813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effect()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29000" cy="169164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828800"/>
            <a:ext cx="317296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pageTitle = computed(() =&gt;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`Panier (${this.items().length})`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effect(() =&gt;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document.title = this.pageTitle();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F3741"/>
                </a:solidFill>
                <a:latin typeface="Aptos"/>
              </a:defRPr>
            </a:pPr>
            <a:r>
              <a:t>signal() stocke une source de verite locale.</a:t>
            </a:r>
          </a:p>
          <a:p>
            <a:pPr>
              <a:spcAft>
                <a:spcPts val="800"/>
              </a:spcAft>
              <a:defRPr sz="1600">
                <a:solidFill>
                  <a:srgbClr val="2F3741"/>
                </a:solidFill>
                <a:latin typeface="Aptos"/>
              </a:defRPr>
            </a:pPr>
            <a:r>
              <a:t>computed() derive une nouvelle valeur a partir d autres signals.</a:t>
            </a:r>
          </a:p>
          <a:p>
            <a:pPr>
              <a:spcAft>
                <a:spcPts val="800"/>
              </a:spcAft>
              <a:defRPr sz="1600">
                <a:solidFill>
                  <a:srgbClr val="2F3741"/>
                </a:solidFill>
                <a:latin typeface="Aptos"/>
              </a:defRPr>
            </a:pPr>
            <a:r>
              <a:t>effect() synchronise un effet externe.</a:t>
            </a:r>
          </a:p>
          <a:p>
            <a:pPr>
              <a:spcAft>
                <a:spcPts val="800"/>
              </a:spcAft>
              <a:defRPr sz="1600">
                <a:solidFill>
                  <a:srgbClr val="2F3741"/>
                </a:solidFill>
                <a:latin typeface="Aptos"/>
              </a:defRPr>
            </a:pPr>
            <a:r>
              <a:t>A eviter: utiliser effect() pour recalculer un state metier qui pourrait etre un computed().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Regle simple: source, derivee, effet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4 - input() et output()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Les input() s integrent naturellement au modele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Ce que ca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8346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Angular propose des APIs plus directes et plus coherentes avec les autres primitives modernes.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2971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2704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56232"/>
            <a:ext cx="2651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Declaration plus concise.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Lecture plus simple.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Possibilite de deriver directement dans l enfant.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41732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27048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Utilite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56232"/>
            <a:ext cx="2926079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Rafraichir un composant legacy sans changer la responsabilite du parent.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7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15468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566160"/>
            <a:ext cx="28986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@Input() resultsCount = 0;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@Input() pageTitle = '';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@Output() availableOnlyChange = new EventEmitter&lt;boolean&gt;();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18687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Maintenant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474720"/>
            <a:ext cx="329184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566160"/>
            <a:ext cx="303580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resultsCount = input.required&lt;number&gt;();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pageTitle = input.required&lt;string&gt;();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availableOnly = input(false);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availableOnlyChange = output&lt;boolean&gt;();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summaryLabel = computed(() =&gt;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`${this.pageTitle()} - ${this.resultsCount()} resultat(s)`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18687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effect() dans l enfant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474720"/>
            <a:ext cx="288036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3566160"/>
            <a:ext cx="262432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constructor()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effect(() =&gt;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console.log(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  `Le parent a envoye ${this.resultsCount()} resultat(s)`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01768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Utilisation cote parent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57800"/>
            <a:ext cx="9692640" cy="91440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349240"/>
            <a:ext cx="94366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&lt;app-product-summary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[resultsCount]="resultsCount()"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[pageTitle]="pageTitle()"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[availableOnly]="availableOnly()"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(availableOnlyChange)="setAvailableOnly($event)"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/&gt;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Message cle: un input() est lisible comme un signal dans l enfant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5 - Promise, Observable,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Trois modeles differents, trois usages differents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1"/>
            <a:ext cx="315467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Une valeur unique plus tard.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Bonne option pour une operation ponctuelle.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64207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Observable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93391"/>
            <a:ext cx="315467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Un flux de valeurs dans le temps.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Ideal pour les streams, events et pipelines RxJS.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64207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93391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Une valeur courante reactive.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Tres pratique pour le state local et les derivees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8152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Promise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347472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429000"/>
            <a:ext cx="3218687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async function loadUser(): Promise&lt;User&gt;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const response = await fetch('/api/user');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return response.json();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8152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Observable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337560"/>
            <a:ext cx="347472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429000"/>
            <a:ext cx="3218687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query$ = new BehaviorSubject('');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filteredProducts$ = combineLatest([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this.products$,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this.query$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]).pipe(map(...));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815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337560"/>
            <a:ext cx="34290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3429000"/>
            <a:ext cx="317296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query = signal('');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filteredProducts = computed(() =&gt;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this.products().filter(...)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F3741"/>
                </a:solidFill>
                <a:latin typeface="Aptos"/>
              </a:defRPr>
            </a:pPr>
            <a:r>
              <a:t>Le bon raisonnement n est pas de choisir un vainqueur.</a:t>
            </a:r>
          </a:p>
          <a:p>
            <a:pPr>
              <a:spcAft>
                <a:spcPts val="800"/>
              </a:spcAft>
              <a:defRPr sz="1700">
                <a:solidFill>
                  <a:srgbClr val="2F3741"/>
                </a:solidFill>
                <a:latin typeface="Aptos"/>
              </a:defRPr>
            </a:pPr>
            <a:r>
              <a:t>Le bon raisonnement est de choisir l outil adapte au probleme traite.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Comparer sans opposer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5 - Interop RxJS /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Garder RxJS dans les services et simplifier la lecture dans le composant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846320" cy="35661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590288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filteredProducts$ = combineLatest([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this.productStream$,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this.query$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]).pipe(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map(([products, query]) =&gt; filterProducts(products, query))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48132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Maintenant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737360"/>
            <a:ext cx="4846320" cy="35661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43016" y="1828800"/>
            <a:ext cx="4590288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products = toSignal(this.productService.products$,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initialValue: []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query = signal('');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filteredProducts = computed(() =&gt;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return this.products().filter((product) =&gt;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product.name.toLowerCase().includes(this.query().toLowerCase())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F3741"/>
                </a:solidFill>
                <a:latin typeface="Aptos"/>
              </a:defRPr>
            </a:pPr>
            <a:r>
              <a:t>Le service peut rester en RxJS.</a:t>
            </a:r>
          </a:p>
          <a:p>
            <a:pPr>
              <a:spcAft>
                <a:spcPts val="800"/>
              </a:spcAft>
              <a:defRPr sz="1600">
                <a:solidFill>
                  <a:srgbClr val="2F3741"/>
                </a:solidFill>
                <a:latin typeface="Aptos"/>
              </a:defRPr>
            </a:pPr>
            <a:r>
              <a:t>Le composant lit une valeur courante avec toSignal().</a:t>
            </a:r>
          </a:p>
          <a:p>
            <a:pPr>
              <a:spcAft>
                <a:spcPts val="800"/>
              </a:spcAft>
              <a:defRPr sz="1600">
                <a:solidFill>
                  <a:srgbClr val="2F3741"/>
                </a:solidFill>
                <a:latin typeface="Aptos"/>
              </a:defRPr>
            </a:pPr>
            <a:r>
              <a:t>On simplifie la couche UI sans casser le modele existant.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Message cle: toSignal() simplifie la couche UI sans remplacer RxJS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6 - NgRx Signal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Structurer un state partage et eviter les rechargements inutiles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108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Ce que ca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7889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On sort du simple state local pour centraliser l etat partage entre plusieurs vues.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28346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2704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56232"/>
            <a:ext cx="25146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Une seule source de verite.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Moins d appels redondants.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Une logique mieux separee.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417320"/>
            <a:ext cx="34747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527048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Utilite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856232"/>
            <a:ext cx="3154679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Catalogue partage, favoris, filtres, statut de chargement, donnees conservees tant que la SPA tourne.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64408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40"/>
            <a:ext cx="470916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611880"/>
            <a:ext cx="445312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products = signal&lt;Product[]&gt;([]);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favoriteIds = signal&lt;number[]&gt;([]);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loading = signal(false);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errorMessage = signal&lt;string | null&gt;(null);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async loadProducts(): Promise&lt;void&gt;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this.loading.set(true);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this.products.set(await fetchProducts());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} finally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this.loading.set(false);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26440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Maintenant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520440"/>
            <a:ext cx="4846320" cy="224028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3611880"/>
            <a:ext cx="459028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export const ProductsStore = signalStore(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{ providedIn: 'root' },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withEntities&lt;Product&gt;(),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withState({ favoriteIds: [], filter: 'all' }),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withComputed((store) =&gt; ({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  favoriteCount: computed(() =&gt; store.favoriteIds().length)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})),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withMethods((store) =&gt; ({ toggleFavorite(productId: number) { ... } })),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withHooks({ onInit(store) { void store.loadProducts(); } })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Vocabulaire cle: withEntities, withState, withComputed, withMethods, withHooks, withStatus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Chapitre 7 - Signal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Un sujet d ouverture a presenter avec prudence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004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Ce que ca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28803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On part davantage d un modele signal et on construit le formulaire depuis ce modele.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17320"/>
            <a:ext cx="2880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27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56232"/>
            <a:ext cx="25603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Le vocabulaire change: modele, form(), formField et validation rattachee a ce modele.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417320"/>
            <a:ext cx="32918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19" y="1527048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Point de vigilance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19" y="1856232"/>
            <a:ext cx="29718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La documentation Angular le presente encore comme experimental. A montrer comme une direction, pas comme une regle absolue.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64408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Avant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40"/>
            <a:ext cx="4709160" cy="192024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611880"/>
            <a:ext cx="445312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profileForm = new FormGroup({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name: new FormControl('', { nonNullable: true }),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email: new FormControl('', { nonNullable: true }),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role: new FormControl('developer', { nonNullable: true })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26440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6622E"/>
                </a:solidFill>
                <a:latin typeface="Aptos"/>
              </a:rPr>
              <a:t>Maintenant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520440"/>
            <a:ext cx="4846320" cy="192024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3611880"/>
            <a:ext cx="459028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profileModel = signal({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name: '',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email: '',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role: 'developer'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readonly profileForm = form(this.profileModel, (path) =&gt; {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required(path.name);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  email(path.email);</a:t>
            </a:r>
          </a:p>
          <a:p>
            <a:pPr>
              <a:spcAft>
                <a:spcPts val="0"/>
              </a:spcAft>
              <a:defRPr sz="1150">
                <a:solidFill>
                  <a:srgbClr val="2F3741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Message cle: sujet tres formateur, mais encore experimental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73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6"/>
                </a:solidFill>
                <a:latin typeface="Aptos"/>
              </a:rPr>
              <a:t>Ce qu on adopte vite, ce qu on cadre, ce qu on surveille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004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A adopter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28803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Standalone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Nouveau controle de flux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@let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Signals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input() / output()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Interop RxJS /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0175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55648"/>
            <a:ext cx="2697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A cadrer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84832"/>
            <a:ext cx="269747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NgRx Signal Store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Parce que le sujet touche a la structure globale de l application et pas seulement a une syntaxe.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45920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755648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6622E"/>
                </a:solidFill>
                <a:latin typeface="Aptos"/>
              </a:rPr>
              <a:t>A presenter avec prudence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084832"/>
            <a:ext cx="24231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Signal Forms</a:t>
            </a:r>
          </a:p>
          <a:p>
            <a:pPr>
              <a:spcAft>
                <a:spcPts val="400"/>
              </a:spcAft>
              <a:defRPr sz="1500">
                <a:solidFill>
                  <a:srgbClr val="2F3741"/>
                </a:solidFill>
                <a:latin typeface="Aptos"/>
              </a:defRPr>
            </a:pPr>
            <a:r>
              <a:t>Tres interessant pour comprendre la direction du framework, mais encore experimental.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F3741"/>
                </a:solidFill>
                <a:latin typeface="Aptos"/>
              </a:defRPr>
            </a:pPr>
            <a:r>
              <a:t>Message final: Angular recent cherche surtout a rendre le code plus local, plus lisible et plus simple a raisonner.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A76"/>
                </a:solidFill>
                <a:latin typeface="Aptos"/>
              </a:rPr>
              <a:t>Fin de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